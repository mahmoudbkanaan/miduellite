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ahmoudBKanaan/MiduelLit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ahmoudBKanaan/MiduelLit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Interest-Based Two-Player Live-Audio Intellectual Competition Web Application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 International University of Applied Sciences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DLBSEPPSD01_E — Software Development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Examination: Oral Project Report · Task 2 — Development of a Web Application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A2332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375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(title-slide link)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36118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https://github.com/MahmoudBKanaan/MiduelLite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 B. Kanaan  ·  Matriculation number: see IU myCampus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— process over UI walkthrough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CF8E"/>
                </a:solidFill>
              </a:rPr>
              <a:t>Presentation focus (IU oral project report)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 — problem, objective, users, requirements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process — Kanban, iterative-incremental model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— C4 containers, ER model, matchmaking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state machine, core logic, security choices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result — operational demo evidence (not a screen tour)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Docker — automated tests, reproducible run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— goal achievement, limits, lessons, outlook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Task definition — problem &amp; objective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1A23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CFF"/>
                </a:solidFill>
              </a:rPr>
              <a:t>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</a:rPr>
              <a:t>Short intellectual interaction is often blocked by registration, permanent profiles, and heavy multiplayer platforms. Text-only flows also remove natural spoken exchange for a brief two-player duel.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1A23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CF8E"/>
                </a:solidFill>
              </a:rPr>
              <a:t>Objective (Task 2 + project)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</a:rPr>
              <a:t>Deliver a demonstrable full-stack SPA for IU Task 2 (React, Express, PostgreSQL, tests, Docker Compose, docs) with two-user interaction. Live spoken answers via managed LiveKit are part of this project’s defined solution — not a separate IU examination mandate for audio/WebRTC.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Task definition — users &amp; benefit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</a:rPr>
              <a:t>Primary user: </a:t>
            </a:r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</a:rPr>
              <a:t>person seeking a short, anonymous intellectual competition without permanent identity or PII.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CFF"/>
                </a:solidFill>
              </a:rPr>
              <a:t>Derived requirements for the solution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Zero signup friction → temporary session (playerId + sessionToken)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Meaningful pairing → interest overlap matchmaking (no ML stack)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Spoken two-user interaction → LiveKit room + turn-based peer scoring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Demonstrable full stack → SPA + API + DB + Docker Compose (+ LiveKit Cloud for audio)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Task definition — MVP scope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BBF"/>
                </a:solidFill>
              </a:rPr>
              <a:t>Scope reduction is an engineering decision aligned with the knowledge base and IU Task 2.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scope (built)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Explicitly excluded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02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SPA, Express API, 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/ OAuth / JWT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spoken answers (managed LiveKit)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WebRTC / TURN 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Matchmaking 3→2→1; answer-complete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Chat, rankings, history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scoring, flags,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Recording / transcription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Tests, Docker Compose (3 services), 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/ microservices / AI scoring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Planning &amp; process — Kanban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CF8E"/>
                </a:solidFill>
              </a:rPr>
              <a:t>Model: Iterative-Incremental Development managed with Kanban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Why not pure Scrum? Solo student, fixed MVP, short timeline — ceremonies add overhead without team coordination benefit.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Increments: concept → foundation → matchmaking → match → result → LIVE AUDIO → tests/docs → presentation.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Board columns: BACKLOG → READY → IN PROGRESS → TEST → DONE (evidence below).</a:t>
            </a:r>
            <a:endParaRPr lang="en-US" sz="1300" dirty="0"/>
          </a:p>
        </p:txBody>
      </p:sp>
      <p:pic>
        <p:nvPicPr>
          <p:cNvPr id="6" name="Image 0" descr="D:\Documents\IU\MinduelLite\docs\screenshots\196-kanb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051560"/>
            <a:ext cx="320040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Kanban board snapshot (own project process evidence).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Planning — user journey (spoken live audio)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CFF"/>
                </a:solidFill>
              </a:rPr>
              <a:t>Welcome → Pool → match created → audio connected → spoken answers → Result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BBF"/>
                </a:solidFill>
              </a:rPr>
              <a:t>Play again → Pool (new match + new LiveKit room)  ·  Reset → Welcome</a:t>
            </a:r>
            <a:endParaRPr lang="en-US" sz="1200" dirty="0"/>
          </a:p>
        </p:txBody>
      </p:sp>
      <p:pic>
        <p:nvPicPr>
          <p:cNvPr id="6" name="Image 0" descr="D:\Documents\IU\MinduelLite\docs\screenshots\192-welc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554480"/>
            <a:ext cx="2011680" cy="2606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206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BBF"/>
                </a:solidFill>
              </a:rPr>
              <a:t>Welcome</a:t>
            </a:r>
            <a:endParaRPr lang="en-US" sz="1100" dirty="0"/>
          </a:p>
        </p:txBody>
      </p:sp>
      <p:pic>
        <p:nvPicPr>
          <p:cNvPr id="8" name="Image 1" descr="D:\Documents\IU\MinduelLite\docs\screenshots\193-poo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0320" y="1554480"/>
            <a:ext cx="2011680" cy="2606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60320" y="4206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BBF"/>
                </a:solidFill>
              </a:rPr>
              <a:t>Pool</a:t>
            </a:r>
            <a:endParaRPr lang="en-US" sz="1100" dirty="0"/>
          </a:p>
        </p:txBody>
      </p:sp>
      <p:pic>
        <p:nvPicPr>
          <p:cNvPr id="10" name="Image 2" descr="D:\Documents\IU\MinduelLite\docs\screenshots\194-match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0" y="1554480"/>
            <a:ext cx="2011680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54880" y="4206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BBF"/>
                </a:solidFill>
              </a:rPr>
              <a:t>Match + audio</a:t>
            </a:r>
            <a:endParaRPr lang="en-US" sz="1100" dirty="0"/>
          </a:p>
        </p:txBody>
      </p:sp>
      <p:pic>
        <p:nvPicPr>
          <p:cNvPr id="12" name="Image 3" descr="D:\Documents\IU\MinduelLite\docs\screenshots\195-resul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49440" y="1554480"/>
            <a:ext cx="2011680" cy="2606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49440" y="4206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BBF"/>
                </a:solidFill>
              </a:rPr>
              <a:t>Result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2–5. Four-screen journey with live spoken match (own software).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Architecture — C4 + LiveKit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CF8E"/>
                </a:solidFill>
              </a:rPr>
              <a:t>Simple distinction: Express + PostgreSQL = game state · LiveKit = live audio · REST polling = game sync</a:t>
            </a:r>
            <a:endParaRPr lang="en-US" sz="1200" dirty="0"/>
          </a:p>
        </p:txBody>
      </p:sp>
      <p:pic>
        <p:nvPicPr>
          <p:cNvPr id="5" name="Image 0" descr="D:\Documents\IU\MinduelLite\docs\screenshots\199-c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512064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118872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1A23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CFF"/>
                </a:solidFill>
              </a:rPr>
              <a:t>Talking points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52160" y="169164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</a:rPr>
              <a:t>• EXPRESS + POSTGRESQL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</a:rPr>
              <a:t>  = authoritative game state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</a:rPr>
              <a:t>• LIVEKIT (managed Cloud)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</a:rPr>
              <a:t>  = live microphone audio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</a:rPr>
              <a:t>• REST polling ≈ 1s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</a:rPr>
              <a:t>  = game synchronisation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</a:rPr>
              <a:t>• LiveKit is part of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</a:rPr>
              <a:t>  project’s defined solution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</a:rPr>
              <a:t>  (not an IU audio mandate)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 C4 + external LiveKit (own diagram). Media API: LiveKit docs (external).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Architecture — data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pic>
        <p:nvPicPr>
          <p:cNvPr id="4" name="Image 0" descr="D:\Documents\IU\MinduelLite\docs\screenshots\200-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14400"/>
            <a:ext cx="804672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 ER (own). answer_completed booleans; no answer TEXT; LiveKit not in ER (audio not persisted).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Implementation — LiveKit token &amp; MatchAudio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CFF"/>
                </a:solidFill>
              </a:rPr>
              <a:t>audioTokenService.js — signed grant (secret on server only)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297680" cy="3246120"/>
          </a:xfrm>
          <a:prstGeom prst="roundRect">
            <a:avLst>
              <a:gd name="adj" fmla="val 1690"/>
            </a:avLst>
          </a:prstGeom>
          <a:solidFill>
            <a:srgbClr val="121A2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at = new AccessToken(apiKey, apiSecret,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identity: playerId,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ttl: '2h',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at.addGrant({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roomJoin: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room: `match-${matchId}`,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canPublish: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canSubscribe: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canPublishSources: [MICROPHONE],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canPublishData: false,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token = await at.toJwt();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{ token, serverUrl };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868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8E"/>
                </a:solidFill>
              </a:rPr>
              <a:t>MatchAudio.jsx — connect lifecycle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160520" cy="3246120"/>
          </a:xfrm>
          <a:prstGeom prst="roundRect">
            <a:avLst>
              <a:gd name="adj" fmla="val 1690"/>
            </a:avLst>
          </a:prstGeom>
          <a:solidFill>
            <a:srgbClr val="121A2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886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CONNECTING → getAudioToken → Room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token, serverUrl }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getAudioToken(matchId);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= new Room({ ...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room.on(TrackSubscribed, attachRemote);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room.connect(serverUrl, token);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room.localParticipant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.setMicrophoneEnabled(true);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setAudioState('CONNECTED');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cleanup on unmount only: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mic off, disconnect, remove listeners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deps: [matchId] — not phase/question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source excerpts. Membership validated before token; no API secret in the browser.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Implementation — matchmaking &amp; third flag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CFF"/>
                </a:solidFill>
              </a:rPr>
              <a:t>matchmakingService.js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297680" cy="3246120"/>
          </a:xfrm>
          <a:prstGeom prst="roundRect">
            <a:avLst>
              <a:gd name="adj" fmla="val 1690"/>
            </a:avLst>
          </a:prstGeom>
          <a:solidFill>
            <a:srgbClr val="121A2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40233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selectBestCandidate(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currentInterests, waitingPlayers)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waitingPlayers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.map(c =&gt; ({ ...c,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overlap: calculateInterestOverlap(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currentInterests, c.interests) }))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.filter(c =&gt; c.overlap &gt;= 1) // never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.sort((a, b)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(b.overlap !== a.overlap)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b.overlap - a.overlap;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new Date(a.joined_at)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new Date(b.joined_at);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})[0] ||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868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8E"/>
                </a:solidFill>
              </a:rPr>
              <a:t>matchService.js — submitReview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15568"/>
            <a:ext cx="4160520" cy="3246120"/>
          </a:xfrm>
          <a:prstGeom prst="roundRect">
            <a:avLst>
              <a:gd name="adj" fmla="val 1690"/>
            </a:avLst>
          </a:prstGeom>
          <a:solidFill>
            <a:srgbClr val="121A2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07008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(flag)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client.query(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`UPDATE matches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SET flag_count = flag_count + 1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WHERE id = $1`, [matchId]);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 = (await client.query(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'SELECT * FROM matches WHERE id = $1',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[matchId])).rows[0];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Immediate end — do not wait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other player's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(m.flag_count &gt;= 3)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client.query(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`UPDATE matches SET status='ENDED',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end_reason='THREE_FLAGS',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ended_at=NOW() WHERE id=$1`,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[matchId]);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excerpts: interest priority 3→2→1; third flag ends at count 3 (parameterized SQL).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Testing &amp; reproducible run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7"/>
                </a:solidFill>
              </a:rPr>
              <a:t>Backend: </a:t>
            </a:r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</a:rPr>
              <a:t>audio-token (participant / outsider / ended match / no secret leak); answer-complete; third-flag from flag_count=2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8EEF7"/>
                </a:solidFill>
              </a:rPr>
              <a:t>Frontend: </a:t>
            </a:r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</a:rPr>
              <a:t>MatchAudio CONNECTING / CONNECTED / FAILED + RETRY; cleanup disconnect; Answer complete calls completeAnswer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8EEF7"/>
                </a:solidFill>
              </a:rPr>
              <a:t>Manual: </a:t>
            </a:r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</a:rPr>
              <a:t>Chrome + Incognito; mic permission; Live audio connected; speak both ways; full spoken match path</a:t>
            </a:r>
            <a:endParaRPr lang="en-US" sz="1200" dirty="0"/>
          </a:p>
        </p:txBody>
      </p:sp>
      <p:pic>
        <p:nvPicPr>
          <p:cNvPr id="5" name="Image 0" descr="D:\Documents\IU\MinduelLite\docs\screenshots\210-backend-tes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011680"/>
            <a:ext cx="4206240" cy="2331720"/>
          </a:xfrm>
          <a:prstGeom prst="rect">
            <a:avLst/>
          </a:prstGeom>
        </p:spPr>
      </p:pic>
      <p:pic>
        <p:nvPicPr>
          <p:cNvPr id="6" name="Image 1" descr="D:\Documents\IU\MinduelLite\docs\screenshots\212-dock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2011680"/>
            <a:ext cx="402336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54880" y="3931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  ·  LiveKit env on backend only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Figures. Backend test evidence; Docker services (own environment).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Software result — what was demonstrated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BBF"/>
                </a:solidFill>
              </a:rPr>
              <a:t>Evidence of an operational system (process outcome), not a feature-by-feature UI description: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Two browser sessions share Express + PostgreSQL; each joins LiveKit for speech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Match created → audio connected → spoken answers (answer-complete, no text upload)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Authoritative phases: speak → score → review; third flag ends immediately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Speech not recorded/stored/transcribed; only completion flags + scores in DB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Play-again: new match + new LiveKit room; Docker Compose runs three app services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</a:rPr>
              <a:t>Repository: frontend, backend, DB, Docker, tests, docs (GitHub on title slide)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Evaluation — was the goal achieved?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CF8E"/>
                </a:solidFill>
              </a:rPr>
              <a:t>Yes — for the defined academic MVP (not production readiness).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CFF"/>
                </a:solidFill>
              </a:rPr>
              <a:t>Evidence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</a:rPr>
              <a:t>Two anonymous browser sessions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</a:rPr>
              <a:t>Interest matchmaking (3→2→1)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</a:rPr>
              <a:t>Live spoken turns + peer scoring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</a:rPr>
              <a:t>Flags → THREE_FLAGS at count 3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</a:rPr>
              <a:t>SPA + API + Postgres + LiveKit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</a:rPr>
              <a:t>Docker Compose (3 app services)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</a:rPr>
              <a:t>Automated tests pass (FE + BE)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280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BBF"/>
                </a:solidFill>
              </a:rPr>
              <a:t>Why LiveKit (not raw WebRTC)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840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</a:rPr>
              <a:t>LiveKit is part of this project’s defined solution (not an IU-required audio stack). Managed LiveKit reduced: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</a:rPr>
              <a:t>• signaling complexity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</a:rPr>
              <a:t>• TURN/STUN responsibility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</a:rPr>
              <a:t>• connection-management complexity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</a:rPr>
              <a:t>• development time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</a:rPr>
              <a:t>(Technical API: LiveKit official docs.)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</a:rPr>
              <a:t>Limits: Cloud + internet, demo reconnection, no recording/transcription/moderation, temporary sessions, polling for game state.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Reflection &amp; future improvements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CFF"/>
                </a:solidFill>
              </a:rPr>
              <a:t>Lessons from this implementation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Managed LiveKit avoided raw WebRTC infrastructure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Server-owned game state + short-lived media tokens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Polling adequate for game sync; LiveKit for audio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Focused tests (token, audio states, third flag) beat volume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BBF"/>
                </a:solidFill>
              </a:rPr>
              <a:t>Discussed only (not implemented)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32588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Authenticated accounts &amp; history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WebSockets for game state; advanced reconnect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Recording / transcription / voice moderation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</a:rPr>
              <a:t>Cloud deploy of the app stack; rankings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7"/>
                </a:solidFill>
              </a:rPr>
              <a:t>Task definition drove a deliberately small MVP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7"/>
                </a:solidFill>
              </a:rPr>
              <a:t>Kanban + iterative increments structured solo development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7"/>
                </a:solidFill>
              </a:rPr>
              <a:t>Architecture and state machine kept multiplayer consistent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7"/>
                </a:solidFill>
              </a:rPr>
              <a:t>Tests, Docker, and GitHub complete the Task 2 evidence chain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5661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A2332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4F8C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https://github.com/MahmoudBKanaan/MiduelLite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figures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BBF"/>
                </a:solidFill>
              </a:rPr>
              <a:t>All figures below are the author’s own work produced for this project (UI screenshots, process evidence, and original diagrams). External materials are listed only in the bibliography.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EEF7"/>
                </a:solidFill>
              </a:rPr>
              <a:t>Figure 1. Kanban board snapshot (project process evidence).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EEF7"/>
                </a:solidFill>
              </a:rPr>
              <a:t>Figures 2–5. Application screenshots: Welcome, Pool, Match, Result (own software).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EEF7"/>
                </a:solidFill>
              </a:rPr>
              <a:t>Figure 6. C4 container architecture diagram (own diagram).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EEF7"/>
                </a:solidFill>
              </a:rPr>
              <a:t>Figure 7. Entity-relationship diagram (own diagram).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EEF7"/>
                </a:solidFill>
              </a:rPr>
              <a:t>Figure 8. User flow and match state machine (own diagram).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EEF7"/>
                </a:solidFill>
              </a:rPr>
              <a:t>Figure 9. Automated test run output (own development environment).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EEF7"/>
                </a:solidFill>
              </a:rPr>
              <a:t>Figure 10. Docker Compose services status (own development environment).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BBF"/>
                </a:solidFill>
              </a:rPr>
              <a:t>APA 7th-style references for external sources used in the project and presentation. Original project diagrams and screenshots are not external sources.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E8EEF7"/>
                </a:solidFill>
              </a:rPr>
              <a:t>IU International University of Applied Sciences. (n.d.). Task for course DLBSEPPSD01_E – Software Development [Examination task]. Examination Office.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E8EEF7"/>
                </a:solidFill>
              </a:rPr>
              <a:t>IU International University of Applied Sciences. (n.d.). Guidelines for the creation of an oral project report. Examination Office.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E8EEF7"/>
                </a:solidFill>
              </a:rPr>
              <a:t>Meta Platforms. (n.d.). React documentation. https://react.dev/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E8EEF7"/>
                </a:solidFill>
              </a:rPr>
              <a:t>OpenJS Foundation. (n.d.). Express — Node.js web application framework. https://expressjs.com/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E8EEF7"/>
                </a:solidFill>
              </a:rPr>
              <a:t>PostgreSQL Global Development Group. (n.d.). PostgreSQL documentation. https://www.postgresql.org/docs/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E8EEF7"/>
                </a:solidFill>
              </a:rPr>
              <a:t>Docker Inc. (n.d.). Docker Compose documentation. https://docs.docker.com/compose/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E8EEF7"/>
                </a:solidFill>
              </a:rPr>
              <a:t>LiveKit. (n.d.). LiveKit documentation. https://docs.livekit.io/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E8EEF7"/>
                </a:solidFill>
              </a:rPr>
              <a:t>LiveKit. (n.d.). Access tokens. https://docs.livekit.io/home/server/generating-tokens/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E8EEF7"/>
                </a:solidFill>
              </a:rPr>
              <a:t>LiveKit. (n.d.). JavaScript client SDK. https://docs.livekit.io/home/client/connect/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E8EEF7"/>
                </a:solidFill>
              </a:rPr>
              <a:t>Kanaan, M. B. (2026). Minduel Lite [Computer software]. GitHub. https://github.com/MahmoudBKanaan/MiduelLite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Minduel Lite  ·  DLBSEPPSD01_E  ·  Oral Project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28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Minduel Lite: Live-Audio Intellectual Competition — IU Oral Project Report</dc:title>
  <dc:subject>DLBSEPPSD01_E Software Development Task 2</dc:subject>
  <dc:creator>Minduel Lite Project</dc:creator>
  <cp:lastModifiedBy>Minduel Lite Project</cp:lastModifiedBy>
  <cp:revision>1</cp:revision>
  <dcterms:created xsi:type="dcterms:W3CDTF">2026-07-27T17:01:02Z</dcterms:created>
  <dcterms:modified xsi:type="dcterms:W3CDTF">2026-07-27T17:01:02Z</dcterms:modified>
</cp:coreProperties>
</file>
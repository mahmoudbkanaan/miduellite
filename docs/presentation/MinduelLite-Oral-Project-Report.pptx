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hmoudBKanaan/MiduelLit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hmoudBKanaan/MiduelLit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Interest-Based Two-Player Intellectual Competition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 International University  ·  DLBSEPPSD01_E — Software Development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Development of a Web Application  ·  Oral Project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400" u="sng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https://github.com/MahmoudBKanaan/MiduelLite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/ matriculation number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objective, users, scope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wireframes, architecture, database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Matchmaking, state machine, implementation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Docker, operational result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reflection, 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project objective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</a:rPr>
              <a:t>Users want short intellectual interaction without registration, profiles, friends lists or complex multiplayer platforms. Existing systems add friction before any play can start.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</a:rPr>
              <a:t>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</a:rPr>
              <a:t>Build the smallest practical full-stack SPA that demonstrates frontend, backend, PostgreSQL, two-user interaction, tests, Docker Compose, and documentation for IU Task 2 — not a production social platform.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and benefit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</a:rPr>
              <a:t>Target user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</a:rPr>
              <a:t>Someone who wants a brief anonymous intellectual duel with another available person — no permanent identity or personal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</a:rPr>
              <a:t>User benefit — immediate participation without: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Email / password registration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Permanent account or profile pages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Friends, rankings, or complex settings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Only needs: temporary name, avatar, three interests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requirements and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2918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0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screens: Welcome, Pool, Match,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Accounts, OAuth, JWT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SPA + Express + PostgreSQL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WebSockets, WebRTC / audio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matchmaking 3→2→1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rankings, history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10-question peer scoring + flags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deploy, microservices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tests,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scoring, admin CMS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</a:rPr>
              <a:t>Iterative-Incremental Development managed with Kanban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Solo project — no team Scrum ceremonies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Fixed small MVP defined by a knowledge 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Short timeline — continuous flow of ready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Minimal admin: BACKLOG → READY → IN PROGRESS → TEST → DONE</a:t>
            </a:r>
            <a:endParaRPr lang="en-US" sz="1400" dirty="0"/>
          </a:p>
        </p:txBody>
      </p:sp>
      <p:pic>
        <p:nvPicPr>
          <p:cNvPr id="6" name="Image 0" descr="D:\Documents\IU\MinduelLite\docs\screenshots\196-kanb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1097280"/>
            <a:ext cx="310896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and user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4" name="Image 0" descr="D:\Documents\IU\MinduelLite\docs\screenshots\192-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20116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F"/>
                </a:solidFill>
              </a:rPr>
              <a:t>Welcome</a:t>
            </a:r>
            <a:endParaRPr lang="en-US" sz="1200" dirty="0"/>
          </a:p>
        </p:txBody>
      </p:sp>
      <p:pic>
        <p:nvPicPr>
          <p:cNvPr id="6" name="Image 1" descr="D:\Documents\IU\MinduelLite\docs\screenshots\193-poo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05840"/>
            <a:ext cx="201168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032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F"/>
                </a:solidFill>
              </a:rPr>
              <a:t>Pool</a:t>
            </a:r>
            <a:endParaRPr lang="en-US" sz="1200" dirty="0"/>
          </a:p>
        </p:txBody>
      </p:sp>
      <p:pic>
        <p:nvPicPr>
          <p:cNvPr id="8" name="Image 2" descr="D:\Documents\IU\MinduelLite\docs\screenshots\194-matc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1005840"/>
            <a:ext cx="2011680" cy="3200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488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F"/>
                </a:solidFill>
              </a:rPr>
              <a:t>Match</a:t>
            </a:r>
            <a:endParaRPr lang="en-US" sz="1200" dirty="0"/>
          </a:p>
        </p:txBody>
      </p:sp>
      <p:pic>
        <p:nvPicPr>
          <p:cNvPr id="10" name="Image 3" descr="D:\Documents\IU\MinduelLite\docs\screenshots\195-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49440" y="1005840"/>
            <a:ext cx="2011680" cy="3200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4944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F"/>
                </a:solidFill>
              </a:rPr>
              <a:t>Result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(C4 container)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4" name="Image 0" descr="D:\Documents\IU\MinduelLite\docs\screenshots\199-c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914400"/>
            <a:ext cx="64008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data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4" name="Image 0" descr="D:\Documents\IU\MinduelLite\docs\screenshots\200-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914400"/>
            <a:ext cx="76809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= sharedInterestCount / 3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02920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eligible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matched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73736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Waiting player → Player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Joiner → Player 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Tie-break: earliest joined_at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No ML / embeddings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state machine &amp;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4" name="Image 0" descr="D:\Documents\IU\MinduelLite\docs\screenshots\201-st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7548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515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CFF"/>
                </a:solidFill>
              </a:rPr>
              <a:t>Code focus (excerpt)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0" y="15544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resolveAfterBothReviews()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flags ≥ 3 → THREE_FLAGS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question = 10 → COMPLETED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next Q, P1_ANSWER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is authoritative;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only displays phase.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Docker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4" name="Image 0" descr="D:\Documents\IU\MinduelLite\docs\screenshots\197-t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4297680" cy="3383280"/>
          </a:xfrm>
          <a:prstGeom prst="rect">
            <a:avLst/>
          </a:prstGeom>
        </p:spPr>
      </p:pic>
      <p:pic>
        <p:nvPicPr>
          <p:cNvPr id="5" name="Image 1" descr="D:\Documents\IU\MinduelLite\docs\screenshots\198-dock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60120"/>
            <a:ext cx="4114800" cy="2194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3291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:5173 · Backend :3001 · Postgres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Two browsers (normal + Incognito) on localhost:5173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Compatible profiles match; same matchId and question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Full phase flow verified (answer → score → review)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Q10 → COMPLETED result; 3 flags → THREE_FLAGS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Flagged scores excluded from averages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</a:rPr>
              <a:t>Clean start: schema + 1000 questions, no manual DB 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achievement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A2332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</a:rPr>
              <a:t>Goal achieved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</a:rPr>
              <a:t>Operational SPA + API + DB; two-user duel; tests pass; Docker Compose works; documentation and GitHub ready for Task 2.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BBF"/>
                </a:solidFill>
              </a:rPr>
              <a:t>Intentional limits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</a:rPr>
              <a:t>No accounts · polling not WS · no disconnect recovery · subjective scores · no moderation/history/audio · local Docker only · no production scale.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and future improvements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Fixed MVP scope reduced delivery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Backend-authoritative state kept multiplayer consistent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Polling sufficient for academic two-player demo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Simple SQL model covered turn-based play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BBF"/>
                </a:solidFill>
              </a:rPr>
              <a:t>Possible future (not built)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Accounts / persistent profiles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WebSockets or WebRTC audio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Moderation, history, rankings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Cloud deployment &amp; stronger security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</a:rPr>
              <a:t>Minduel Lite delivers a complete academic full-stack demonstration: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Anonymous two-player interest-based competition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React SPA + Express + PostgreSQL + Docker Compose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Tested core rules, documented process, published on GitHub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Scope discipline enabled reliable delivery for IU Task 2</a:t>
            </a:r>
            <a:endParaRPr lang="en-US" sz="16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4F8C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https://github.com/MahmoudBKanaan/MiduelLite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figures &amp; bibliography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</a:rPr>
              <a:t>Figures (own work unless noted)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Fig. Screenshots: Welcome, Pool, Match, Result (app UI)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Fig. C4 container diagram; ER diagram; match state diagram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Fig. Kanban board, test run, Docker compose 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</a:rPr>
              <a:t>Bibliography / 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IU International University. (n.d.). Task for course DLBSEPPSD01_E — Software Development. Examination Office.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IU International University. (n.d.). Guidelines for the creation of an oral project report.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React, Express, PostgreSQL, Docker documentation (vendor docs, as used).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Project repository: https://github.com/MahmoudBKanaan/MiduelLite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Minduel Lite — IU Oral Project Report</dc:title>
  <dc:subject>DLBSEPPSD01_E Software Development Task 2</dc:subject>
  <dc:creator>Minduel Lite Project</dc:creator>
  <cp:lastModifiedBy>Minduel Lite Project</cp:lastModifiedBy>
  <cp:revision>1</cp:revision>
  <dcterms:created xsi:type="dcterms:W3CDTF">2026-07-27T15:25:53Z</dcterms:created>
  <dcterms:modified xsi:type="dcterms:W3CDTF">2026-07-27T15:25:53Z</dcterms:modified>
</cp:coreProperties>
</file>
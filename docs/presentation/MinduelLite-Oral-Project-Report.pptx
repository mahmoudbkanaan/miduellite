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hmoudBKanaan/MiduelLit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hmoudBKanaan/MiduelLit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Interest-Based Two-Player Intellectual Competition Web Application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 International University of Applied Sciences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DLBSEPPSD01_E — Software Development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Examination: Oral Project Report · Task 2 — Development of a Web Application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A2332"/>
          </a:solidFill>
          <a:ln w="19050">
            <a:solidFill>
              <a:srgbClr val="4F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3375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 (title-slide link)</a:t>
            </a:r>
            <a:endParaRPr lang="en-US" sz="120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640080" y="361188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4F8C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https://github.com/MahmoudBKanaan/MiduelLite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  ·  Matriculation number  ·  [replace before submission]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— process over UI walkthrough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CF8E"/>
                </a:solidFill>
              </a:rPr>
              <a:t>Presentation focus (IU oral project report)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 — problem, objective, users, requirements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&amp; process — Kanban, iterative-incremental model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data — C4 containers, ER model, matchmaking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— state machine, core logic, security choices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result — operational demo evidence (not a screen tour)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Docker — automated tests, reproducible run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— goal achievement, limits, lessons, outlook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Task definition — problem &amp; objective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1A2332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43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8CFF"/>
                </a:solidFill>
              </a:rPr>
              <a:t>Problem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Short intellectual interaction is often blocked by registration, permanent profiles, and social features that are unnecessary for a brief two-player exchange.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1A2332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143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CF8E"/>
                </a:solidFill>
              </a:rPr>
              <a:t>Objective (Task 2)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Deliver a demonstrable full-stack SPA: React frontend, Node/Express backend, PostgreSQL, two-user interaction, automated tests, Docker Compose, and documentation — optimised for submission reliability, not commercial scale.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Task definition — users &amp; benefit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</a:rPr>
              <a:t>Primary user: </a:t>
            </a:r>
            <a:pPr indent="0" marL="0">
              <a:buNone/>
            </a:pPr>
            <a:r>
              <a:rPr lang="en-US" sz="1500" dirty="0">
                <a:solidFill>
                  <a:srgbClr val="E8EEF7"/>
                </a:solidFill>
              </a:rPr>
              <a:t>person seeking a short, anonymous intellectual competition without permanent identity or PII.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8CFF"/>
                </a:solidFill>
              </a:rPr>
              <a:t>Derived requirements for the solution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80467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Zero signup friction → temporary session (playerId + sessionToken)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Meaningful pairing → interest overlap matchmaking (no ML stack)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Two-user interaction → turn-based peer-scored match state machine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Demonstrable full stack → SPA + API + DB + Docker Compose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Task definition — MVP scope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BBF"/>
                </a:solidFill>
              </a:rPr>
              <a:t>Scope reduction is an engineering decision aligned with the knowledge base and IU Task 2.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92608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scope (built)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Explicitly excluded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202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SPA, Express API,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Accounts / OAuth / JWT login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routes; temporary 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WebSockets, WebRTC audio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Matchmaking 3→2→1 interests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Chat, rankings, history 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 scoring, flags,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/ K8s / microservices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Tests, Docker Compose,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scoring, admin CMS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Planning &amp; process — Kanban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CF8E"/>
                </a:solidFill>
              </a:rPr>
              <a:t>Model: Iterative-Incremental Development managed with Kanban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4846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Why not pure Scrum? Solo student, fixed MVP, short timeline — ceremonies add overhead without team coordination benefit.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Increments: concept → foundation → matchmaking → match engine → result → tests/docs → presentation.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Board columns: BACKLOG → READY → IN PROGRESS → TEST → DONE (evidence below).</a:t>
            </a:r>
            <a:endParaRPr lang="en-US" sz="1300" dirty="0"/>
          </a:p>
        </p:txBody>
      </p:sp>
      <p:pic>
        <p:nvPicPr>
          <p:cNvPr id="6" name="Image 0" descr="D:\Documents\IU\MinduelLite\docs\screenshots\196-kanb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051560"/>
            <a:ext cx="3200400" cy="3200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Kanban board snapshot (own project process evidence).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Planning — user journey (not a UI tour)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BBF"/>
                </a:solidFill>
              </a:rPr>
              <a:t>Four screens map the planned flow; the oral report emphasises process and architecture around this journey.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8CFF"/>
                </a:solidFill>
              </a:rPr>
              <a:t>Welcome → Pool → Match → Result  |  Play again → Pool  |  Reset → Welcome</a:t>
            </a:r>
            <a:endParaRPr lang="en-US" sz="1400" dirty="0"/>
          </a:p>
        </p:txBody>
      </p:sp>
      <p:pic>
        <p:nvPicPr>
          <p:cNvPr id="6" name="Image 0" descr="D:\Documents\IU\MinduelLite\docs\screenshots\192-welc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737360"/>
            <a:ext cx="2011680" cy="2468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251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BBF"/>
                </a:solidFill>
              </a:rPr>
              <a:t>Welcome</a:t>
            </a:r>
            <a:endParaRPr lang="en-US" sz="1100" dirty="0"/>
          </a:p>
        </p:txBody>
      </p:sp>
      <p:pic>
        <p:nvPicPr>
          <p:cNvPr id="8" name="Image 1" descr="D:\Documents\IU\MinduelLite\docs\screenshots\193-poo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737360"/>
            <a:ext cx="2011680" cy="2468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560320" y="4251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BBF"/>
                </a:solidFill>
              </a:rPr>
              <a:t>Pool</a:t>
            </a:r>
            <a:endParaRPr lang="en-US" sz="1100" dirty="0"/>
          </a:p>
        </p:txBody>
      </p:sp>
      <p:pic>
        <p:nvPicPr>
          <p:cNvPr id="10" name="Image 2" descr="D:\Documents\IU\MinduelLite\docs\screenshots\194-match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54880" y="1737360"/>
            <a:ext cx="2011680" cy="24688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754880" y="4251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BBF"/>
                </a:solidFill>
              </a:rPr>
              <a:t>Match</a:t>
            </a:r>
            <a:endParaRPr lang="en-US" sz="1100" dirty="0"/>
          </a:p>
        </p:txBody>
      </p:sp>
      <p:pic>
        <p:nvPicPr>
          <p:cNvPr id="12" name="Image 3" descr="D:\Documents\IU\MinduelLite\docs\screenshots\195-resul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949440" y="1737360"/>
            <a:ext cx="2011680" cy="24688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949440" y="4251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BBF"/>
                </a:solidFill>
              </a:rPr>
              <a:t>Result</a:t>
            </a:r>
            <a:endParaRPr lang="en-US" sz="1100" dirty="0"/>
          </a:p>
        </p:txBody>
      </p:sp>
      <p:sp>
        <p:nvSpPr>
          <p:cNvPr id="14" name="Text 8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2–5. Application screenshots of the planned four-screen journey (own software).</a:t>
            </a:r>
            <a:endParaRPr lang="en-US" sz="1000" dirty="0"/>
          </a:p>
        </p:txBody>
      </p:sp>
      <p:sp>
        <p:nvSpPr>
          <p:cNvPr id="15" name="Text 9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Architecture — C4 containers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BBF"/>
                </a:solidFill>
              </a:rPr>
              <a:t>Design decision: one SPA, one API, one database — simplest structure that meets Task 2.</a:t>
            </a:r>
            <a:endParaRPr lang="en-US" sz="1200" dirty="0"/>
          </a:p>
        </p:txBody>
      </p:sp>
      <p:pic>
        <p:nvPicPr>
          <p:cNvPr id="5" name="Image 0" descr="D:\Documents\IU\MinduelLite\docs\screenshots\199-c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143000"/>
            <a:ext cx="676656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6. C4 container diagram (own diagram). Backend is authoritative for game state.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Architecture — data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pic>
        <p:nvPicPr>
          <p:cNvPr id="4" name="Image 0" descr="D:\Documents\IU\MinduelLite\docs\screenshots\200-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914400"/>
            <a:ext cx="804672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7. ER diagram (own diagram). Five tables; 100×10 = 1,000 seeded questions.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Architecture — matchmaking logic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CF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similarity = sharedInterestCount / 3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4937760" cy="22860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2468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Matchmaking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priority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eligible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matched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0" y="155448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7"/>
                </a:solidFill>
              </a:rPr>
              <a:t>Implementation choice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Set intersection only — no ML, no vector DB.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Waiting player = P1; joiner = P2.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Tie-break: earliest joined_at.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Excerpt: calculateInterestOverlap / selectBestCandidate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Implementation — state machine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pic>
        <p:nvPicPr>
          <p:cNvPr id="4" name="Image 0" descr="D:\Documents\IU\MinduelLite\docs\screenshots\201-sta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914400"/>
            <a:ext cx="4846320" cy="3383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12080" y="10515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A2332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9496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8CFF"/>
                </a:solidFill>
              </a:rPr>
              <a:t>Backend authority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394960" y="15544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polls phase; does not invent rules.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resolveAfterBothReviews: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flags ≥ 3 → THREE_FLAGS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 = 10 → COMPLETED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else next question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advanceMatch() applies the decision in SQL.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8. User flow &amp; match state (own diagram). Code: matchService.js.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Testing &amp; reproducible run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BBF"/>
                </a:solidFill>
              </a:rPr>
              <a:t>Automated tests cover core business rules; Docker Compose is the only required runtime path.</a:t>
            </a:r>
            <a:endParaRPr lang="en-US" sz="1200" dirty="0"/>
          </a:p>
        </p:txBody>
      </p:sp>
      <p:pic>
        <p:nvPicPr>
          <p:cNvPr id="5" name="Image 0" descr="D:\Documents\IU\MinduelLite\docs\screenshots\197-tes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4389120" cy="3017520"/>
          </a:xfrm>
          <a:prstGeom prst="rect">
            <a:avLst/>
          </a:prstGeom>
        </p:spPr>
      </p:pic>
      <p:pic>
        <p:nvPicPr>
          <p:cNvPr id="6" name="Image 1" descr="D:\Documents\IU\MinduelLite\docs\screenshots\198-dock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188720"/>
            <a:ext cx="3931920" cy="20116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846320" y="3337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B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Command: docker compose up --build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AAB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manual DB setup (schema.sql + seed.sql).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9–10. Test run output; Docker Compose services (own environment).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Software result — what was demonstrated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BBF"/>
                </a:solidFill>
              </a:rPr>
              <a:t>Evidence of an operational system (process outcome), not a feature-by-feature UI description: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Two independent browser sessions share one backend and database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Interest matchmaking pairs compatible players into one matchId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Authoritative phases: answer → score → review; flags and Q10 termination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Results exclude flagged scores; play-again reuses temporary session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Clean volume init: five tables + 1,000 questions without manual SQL steps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Repository published with frontend, backend, DB, Docker, tests, docs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Evaluation — was the goal achieved?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CF8E"/>
                </a:solidFill>
              </a:rPr>
              <a:t>Yes — for the defined academic MVP (not production readiness).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8CFF"/>
                </a:solidFill>
              </a:rPr>
              <a:t>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41148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8EEF7"/>
                </a:solidFill>
              </a:rPr>
              <a:t>Two anonymous browser sessions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8EEF7"/>
                </a:solidFill>
              </a:rPr>
              <a:t>Interest matchmaking (3→2→1)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8EEF7"/>
                </a:solidFill>
              </a:rPr>
              <a:t>10-question completion + scoring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8EEF7"/>
                </a:solidFill>
              </a:rPr>
              <a:t>Flags → THREE_FLAGS termination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8EEF7"/>
                </a:solidFill>
              </a:rPr>
              <a:t>Results exclude flagged scores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8EEF7"/>
                </a:solidFill>
              </a:rPr>
              <a:t>SPA + API + Postgres integrate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8EEF7"/>
                </a:solidFill>
              </a:rPr>
              <a:t>Docker Compose one-command run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8EEF7"/>
                </a:solidFill>
              </a:rPr>
              <a:t>Automated tests pass (FE + BE)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2801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BBF"/>
                </a:solidFill>
              </a:rPr>
              <a:t>Limitations (intentional)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64592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</a:rPr>
              <a:t>Excluded to protect scope and demo reliability: no accounts/production auth, polling not WebSockets, no disconnect recovery, subjective scoring, no moderation/history/audio, local Docker only, no production scale. Design choices — not unfinished MVP work.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Reflection &amp; future improvements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8CFF"/>
                </a:solidFill>
              </a:rPr>
              <a:t>Lessons from this implementation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Explicit exclusions reduced delivery risk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Server-owned state simplified multiplayer consistency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Polling was adequate for a two-player demo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Focused tests beat high test volume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ABBF"/>
                </a:solidFill>
              </a:rPr>
              <a:t>Discussed only (not implemented)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846320" y="132588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Authenticated accounts &amp; history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WebSockets / optional WebRTC audio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Moderation &amp; rankings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Cloud deployment &amp; stronger security ops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</a:rPr>
              <a:t>Task definition drove a deliberately small MVP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</a:rPr>
              <a:t>Kanban + iterative increments structured solo development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</a:rPr>
              <a:t>Architecture and state machine kept multiplayer consistent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</a:rPr>
              <a:t>Tests, Docker, and GitHub complete the Task 2 evidence chain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5661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A2332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640080" y="3794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4F8CF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https://github.com/MahmoudBKanaan/MiduelLite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of figures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BBF"/>
                </a:solidFill>
              </a:rPr>
              <a:t>All figures below are the author’s own work produced for this project (UI screenshots, process evidence, and original diagrams). External materials are listed only in the bibliography.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1. Kanban board snapshot (project process evidence).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Figures 2–5. Application screenshots: Welcome, Pool, Match, Result (own software).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6. C4 container architecture diagram (own diagram).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7. Entity-relationship diagram (own diagram).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8. User flow and match state machine (own diagram).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9. Automated test run output (own development environment).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10. Docker Compose services status (own development environment).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Bibliography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BBF"/>
                </a:solidFill>
              </a:rPr>
              <a:t>APA 7th-style references for external sources used in the project and presentation. Original project diagrams and screenshots are not external sources.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IU International University of Applied Sciences. (n.d.). Task for course DLBSEPPSD01_E – Software Development [Examination task]. Examination Office.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IU International University of Applied Sciences. (n.d.). Guidelines for the creation of an oral project report. Examination Office.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Meta Platforms. (n.d.). React documentation. https://react.dev/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OpenJS Foundation. (n.d.). Express — Node.js web application framework. https://expressjs.com/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PostgreSQL Global Development Group. (n.d.). PostgreSQL documentation. https://www.postgresql.org/docs/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Docker Inc. (n.d.). Docker Compose documentation. https://docs.docker.com/compose/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Kanaan, M. B. (2026). Minduel Lite [Computer software]. GitHub. https://github.com/MahmoudBKanaan/MiduelLite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Minduel Lite — IU Oral Project Report</dc:title>
  <dc:subject>DLBSEPPSD01_E Software Development Task 2</dc:subject>
  <dc:creator>Minduel Lite Project</dc:creator>
  <cp:lastModifiedBy>Minduel Lite Project</cp:lastModifiedBy>
  <cp:revision>1</cp:revision>
  <dcterms:created xsi:type="dcterms:W3CDTF">2026-07-27T15:29:49Z</dcterms:created>
  <dcterms:modified xsi:type="dcterms:W3CDTF">2026-07-27T15:29:49Z</dcterms:modified>
</cp:coreProperties>
</file>